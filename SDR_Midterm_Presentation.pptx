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SDR无线电接收机设计与实现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2026届本科毕业设计中期答辩</a:t>
            </a:r>
          </a:p>
          <a:p/>
          <a:p>
            <a:r>
              <a:t>汇报人：贾晓晨 (22211428)</a:t>
            </a:r>
          </a:p>
          <a:p>
            <a:r>
              <a:t>专业：通信工程</a:t>
            </a:r>
          </a:p>
          <a:p>
            <a:r>
              <a:t>学院：电子信息工程学院，北京交通大学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项目背景与核心任务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项目背景：</a:t>
            </a:r>
          </a:p>
          <a:p>
            <a:pPr lvl="1"/>
            <a:r>
              <a:t>SDR技术利用处理器通过软件编程实现调制、解调和滤波，提高灵活性并降低成本。</a:t>
            </a:r>
          </a:p>
          <a:p>
            <a:r>
              <a:t>核心任务：基于树莓派和RTL-SDR开发独立无线电接收机。</a:t>
            </a:r>
          </a:p>
          <a:p>
            <a:r>
              <a:t>关键技术指标：</a:t>
            </a:r>
          </a:p>
          <a:p>
            <a:pPr lvl="1"/>
            <a:r>
              <a:t>频率：50-470MHz；解调：WFM, NFM, AM</a:t>
            </a:r>
          </a:p>
          <a:p>
            <a:pPr lvl="1"/>
            <a:r>
              <a:t>支持直接输入(VF)及频道存储调用(VM，≥100个)</a:t>
            </a:r>
          </a:p>
          <a:p>
            <a:pPr lvl="1"/>
            <a:r>
              <a:t>最大扫频宽度2MHz，音频功率≥0.5W，支持3.5mm及电池/USB供电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总体方案与技术路线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硬件架构：RTL-SDR采集射频，树莓派(Linux)主控。</a:t>
            </a:r>
          </a:p>
          <a:p>
            <a:r>
              <a:t>软件架构：</a:t>
            </a:r>
          </a:p>
          <a:p>
            <a:pPr lvl="1"/>
            <a:r>
              <a:t>基带处理：GNU Radio构建信号流图完成下变频与解调。</a:t>
            </a:r>
          </a:p>
          <a:p>
            <a:pPr lvl="1"/>
            <a:r>
              <a:t>通信控制：ZMQ传输底层频谱数据，XMLRPC控制频率/增益。</a:t>
            </a:r>
          </a:p>
          <a:p>
            <a:pPr lvl="1"/>
            <a:r>
              <a:t>前端交互：Python + PyQtGraph开发亮色主题实时渲染UI。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已完成的工作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软件与算法实现：</a:t>
            </a:r>
          </a:p>
          <a:p>
            <a:pPr lvl="1"/>
            <a:r>
              <a:t>GNU Radio端成功验证WFM、NFM、AM解调流图。</a:t>
            </a:r>
          </a:p>
          <a:p>
            <a:pPr lvl="1"/>
            <a:r>
              <a:t>完成定制化UI开发，实现频谱图实时显示与自上而下的瀑布图。</a:t>
            </a:r>
          </a:p>
          <a:p>
            <a:pPr lvl="1"/>
            <a:r>
              <a:t>代码深度重构，将Python主程序拆分为多文件模块，提高可维护性。</a:t>
            </a:r>
          </a:p>
          <a:p>
            <a:r>
              <a:t>结构设计：</a:t>
            </a:r>
          </a:p>
          <a:p>
            <a:pPr lvl="1"/>
            <a:r>
              <a:t>使用SolidWorks完成外壳建模，并为3D打印拆分为上下壳。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攻克的技术难点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难点1：频谱数据对齐偏差</a:t>
            </a:r>
          </a:p>
          <a:p>
            <a:pPr lvl="1"/>
            <a:r>
              <a:t>确认GNU Radio输出的FFT已平移(Shifted)，移除Python端冗余的二次平移，精准还原频谱对齐。</a:t>
            </a:r>
          </a:p>
          <a:p>
            <a:r>
              <a:t>难点2：高频UI刷新导致的CPU瓶颈</a:t>
            </a:r>
          </a:p>
          <a:p>
            <a:pPr lvl="1"/>
            <a:r>
              <a:t>引入PyQtGraph与ZMQ异步数据接收，大幅降低树莓派负载，保障渲染流畅度。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尚需完成的工作及计划安排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4月上旬：完成3D打印机壳制作与硬件实物组装。</a:t>
            </a:r>
          </a:p>
          <a:p>
            <a:r>
              <a:t>4月中旬：开发调制方式自动识别算法，实现100个频道的存储(VM)功能。</a:t>
            </a:r>
          </a:p>
          <a:p>
            <a:r>
              <a:t>4月下旬：调试0.5W音频放大电路，开展室外实地扫频与解调演示。</a:t>
            </a:r>
          </a:p>
          <a:p>
            <a:r>
              <a:t>5月份：整理软硬件测试图纸及数据，撰写毕业设计论文。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